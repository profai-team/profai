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Profesör Sınav Stili Analiz Platformu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UYG338 Yazılım Proje Yönetimi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 Acar  •  Enes Albaş  •  Ali Emir Erten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Üniversite profesörlerinin sınav stillerini analiz eden web platformu.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Öğrencilerin sınav hazırlığını kolaylaştırmak için soru tipi dağılımı, konu analizi ve zorluk skoru sunar.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Tipi Analizi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Çoktan seçmeli, açık uçlu,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doğru-yanlış dağılımı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Dağılımı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konulardan ne sıklıkta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geldiğini gösterir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 Skoru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Sınavın genel zorluk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derecesini hesaplar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1: Proje Planlama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 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Sprint, 30 görev, Story Point atamaları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Planı (Excel)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Team, Timeline, Budget, Risk, SWOT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Diyagramları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ve Use Case Diagram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yapısı, CI/CD pipeline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2: Ürün Dokümantasyonu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bölümden oluşan kapsamlı ürün dokümantasyonu hazırlandı.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225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9806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245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224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371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System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8470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3225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3225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322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79806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79806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Scalability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27355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2735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4904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Model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2245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2245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224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3: Risk Analizi &amp; Test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Analizi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tanımlama ve değerlendirme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5x5 Risk Matrisi (Olasılık x Etki)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Önleyici aksiyonlar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güvenliği ve veri gizliliği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yol haritası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840480" cy="45720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Planı &amp; Başarı Kriterleri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E2E Testing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validasyonu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yükleme &lt; 2 saniye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CRUD işlemleri çalışır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 başarılı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4: MVP &amp; Çalışan Sistem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Edilenler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0175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full-stack web uygulaması (Docker ile ayakta)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board, dokümantasyon, risk güncellemeleri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dakikalık canlı demo planı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Başlatma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ile 3 container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32588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325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&amp; Giriş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oluşturma, JWT ile giriş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56032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560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Profesör Listeleme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Arama, filtreleme, detay sayfası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379476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794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Yükleme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PDF/JPG dosya yükleme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132588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325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2402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4688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7784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&amp; Grafikler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chart, bar chart, zorluk skoru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256032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7955280" y="2560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74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70332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7784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CI/CD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778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yapısı, Actions, sprint 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379476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45" name="Text 43"/>
          <p:cNvSpPr/>
          <p:nvPr/>
        </p:nvSpPr>
        <p:spPr>
          <a:xfrm>
            <a:off x="7955280" y="3794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Yazılım Proje Yönetimi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Ekran Görüntüleri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screen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31520"/>
            <a:ext cx="4023360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6858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screenshots/profe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4023360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Profesör Listesi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27432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screenshot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88920"/>
            <a:ext cx="4023360" cy="1691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17720" y="27432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screenshot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88920"/>
            <a:ext cx="4023360" cy="1691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344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Yükleme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teşekkür ederiz.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 Acar  •  Enes Albaş  •  Ali Emir Erten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3657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github.com/ProfAI-Team/ProfAI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devmeet-app.atlassian.net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ProfAI Sunum</dc:title>
  <dc:subject>PptxGenJS Presentation</dc:subject>
  <dc:creator>ProfAI Team</dc:creator>
  <cp:lastModifiedBy>ProfAI Team</cp:lastModifiedBy>
  <cp:revision>1</cp:revision>
  <dcterms:created xsi:type="dcterms:W3CDTF">2026-03-26T19:49:16Z</dcterms:created>
  <dcterms:modified xsi:type="dcterms:W3CDTF">2026-03-26T19:49:16Z</dcterms:modified>
</cp:coreProperties>
</file>