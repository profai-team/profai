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2382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Profesör Sınav Stili Analiz Platformu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371600" cy="36576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UYG338 Yazılım Proje Yönetimi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Erdem Acar  ·  Enes Alba</a:t>
            </a:r>
            <a:r>
              <a:rPr lang="tr-TR" sz="1400" b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400" b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Ali Emir Erten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0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–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Özeti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430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Üniversite profesörlerinin sınav stillerini analiz eden web platformu.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Öğrencilerin sınav hazırlığını kolaylaştırmak için soru tipi dağılımı, konu analizi ve zorluk skoru sunar.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Tipi Analizi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Çoktan seçmeli, açık uçlu, doğru-yanlış dağılımı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 Dağılımı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konulardan ne sıklıkta soru geldiğini gösterir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 Skoru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Sınavın genel zorluk derecesini hesaplar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Ödev 1: Proje Planlama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Scrum Board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Sprint, 30 görev, Story Point atamaları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116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116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Planı (Excel)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0116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Overview, Team, Timeline, Budget, Risk, SWOT, Communication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9260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260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Diyagramları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2926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ve Use Case Diagram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8404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40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38404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yapısı, CI/CD pipeline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Ödev 2: Ürün Dokümantasyonu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bölümden oluşan kapsamlı ürün dokümantasyonu hazırlandı.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302666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Executive Summary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Product Vision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Core Features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Architecture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Technology Stack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Security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Role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4023360" cy="302666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Clearance System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User Experience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Deployment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Integration &amp; Scalability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264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Competitive Analysis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657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Licensing Model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Technical Requirements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Ödev 3: Risk Analizi &amp; Test Planı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Analizi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tanımlama ve değerlendirme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5x5 Risk Matrisi (Olasılık x Etki)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Önleyici aksiyonlar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güvenliği ve veri gizliliği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yol haritası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Planı &amp; Başarı Kriterleri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 Testing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validasyonu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yükleme &lt; 2 saniye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CRUD işlemleri çalışır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 yükleme başarılı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Ödev 4: MVP &amp; Çalışan Sistem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0604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5488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0372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90372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43200"/>
            <a:ext cx="73152" cy="164592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88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 Edilenler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10896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Çalışan full-stack web uygulaması (Docker ile ayakta)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board, dokümantasyon, risk güncellemeleri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dakikalık canlı demo planı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Demo Planı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8016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Başlatma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0" y="1097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ile 3 container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28016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7784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 &amp; Giriş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1097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7784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oluşturma, JWT ile giriş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4028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246888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Profesör Listeleme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Arama, filtreleme, detay sayfası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24028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246888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57784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 Yükleme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95528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PDF/JPG dosya yükleme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4360" y="365760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657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&amp; Grafikler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3474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280160" y="3886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chart, bar chart, zorluk skoru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92040" y="365760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3657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57784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&amp; CI/CD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955280" y="3474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77840" y="3886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yapısı, Actions, sprint board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Yazılım Proje Yönetimi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Teşekkürler!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 için teşekkür ederiz.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371600" cy="36576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918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Erdem Acar  ·  Enes Alba</a:t>
            </a:r>
            <a:r>
              <a:rPr lang="tr-TR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Ali Emir Erten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GitHub: github.com/ProfAI-Team/ProfAI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Jira: devmeet-app.atlassian.net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</Words>
  <Application>Microsoft Office PowerPoint</Application>
  <PresentationFormat>Ekran Gösterisi (16:9)</PresentationFormat>
  <Paragraphs>119</Paragraphs>
  <Slides>8</Slides>
  <Notes>8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ProfAI - UYG338 Sunum</dc:title>
  <dc:subject>PptxGenJS Presentation</dc:subject>
  <dc:creator>ProfAI Team</dc:creator>
  <cp:lastModifiedBy>Erdem Acar</cp:lastModifiedBy>
  <cp:revision>3</cp:revision>
  <dcterms:created xsi:type="dcterms:W3CDTF">2026-03-26T19:09:26Z</dcterms:created>
  <dcterms:modified xsi:type="dcterms:W3CDTF">2026-03-26T19:10:42Z</dcterms:modified>
</cp:coreProperties>
</file>