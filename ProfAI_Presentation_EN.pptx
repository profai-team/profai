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Exam Style Analysis Platform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371600" cy="36576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17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UYG338 Software Project Management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Erdem Acar  ·  Enes Albas  ·  Ali Emir Erten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0" y="4434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–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430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 platform that analyzes university professors' exam styles.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students prepare for exams by providing question type distribution, topic analysis, and difficulty scores.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560320"/>
            <a:ext cx="2560320" cy="54864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Type Analysis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choice, open-ended, true/false distribution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256032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2560320"/>
            <a:ext cx="2560320" cy="54864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Distribution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how frequently each topic appears in exams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256032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2560320"/>
            <a:ext cx="2560320" cy="54864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Score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the overall difficulty level of exams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754880"/>
            <a:ext cx="64008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ProfAI – UYG338 Software Project Management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0" y="4754880"/>
            <a:ext cx="9144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2/8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HW1: Project Planning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73152" cy="77724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Scrum Board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0" y="10972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Sprints, 30 tasks, Story Point assignments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011680"/>
            <a:ext cx="73152" cy="77724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116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 (Excel)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20116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Overview, Team, Timeline, Budget, Risk, SWOT, Communication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926080"/>
            <a:ext cx="73152" cy="77724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9260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Diagrams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00400" y="29260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 and Use Case Diagram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840480"/>
            <a:ext cx="73152" cy="77724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8404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00400" y="38404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 structure, CI/CD pipeline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754880"/>
            <a:ext cx="64008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ProfAI – UYG338 Software Project Management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0" y="4754880"/>
            <a:ext cx="9144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3/8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HW2: Product Documentation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product documentation with 14 sections.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023360" cy="30266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6916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Executive Summary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0848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Product Vision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4780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Core Features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8712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Technical Architecture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2644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Technology Stack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6576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Security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507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Role Management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554480"/>
            <a:ext cx="4023360" cy="30266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16916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Clearance System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0848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User Experience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4780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Deployment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28712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Integration &amp; Scalability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2644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Competitive Analysis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36576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Licensing Model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40507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Technical Requirements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754880"/>
            <a:ext cx="64008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ProfAI – UYG338 Software Project Management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72400" y="4754880"/>
            <a:ext cx="9144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4/8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HW3: Risk Analysis &amp; Testing Plan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39319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Analysis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identification and assessment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5x5 Risk Matrix (Probability x Impact)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and preventive actions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security and data privacy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51560"/>
            <a:ext cx="39319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Success Criteria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64592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Integration, E2E Testing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 validation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load &lt; 2 seconds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CRUD operations functional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successful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754880"/>
            <a:ext cx="64008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ProfAI – UYG338 Software Project Management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0" y="4754880"/>
            <a:ext cx="9144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5/8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HW4: MVP &amp; Working System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51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0604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06040" y="1051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60604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051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75488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0372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720" y="1051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90372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8229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743200"/>
            <a:ext cx="73152" cy="164592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889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310896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full-stack web application (running with Docker)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 pipeline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board, documentation, risk updates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 live demo plan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754880"/>
            <a:ext cx="64008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ProfAI – UYG338 Software Project Management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0" y="4754880"/>
            <a:ext cx="9144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6/8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Plan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280160"/>
            <a:ext cx="548640" cy="54864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097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Startup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0" y="10972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1508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with 3 containers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92040" y="1280160"/>
            <a:ext cx="548640" cy="54864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77840" y="1097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&amp; Login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0" y="10972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77840" y="1508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user, JWT authentication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24028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" y="2468880"/>
            <a:ext cx="548640" cy="54864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2286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Listing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0" y="2286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filter, detail page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24028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92040" y="2468880"/>
            <a:ext cx="548640" cy="54864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577840" y="2286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Upload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955280" y="2286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7784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PDF/JPG file upload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4360" y="3657600"/>
            <a:ext cx="548640" cy="54864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3657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3474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&amp; Charts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0" y="34747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280160" y="3886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chart, bar chart, difficulty score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92040" y="3657600"/>
            <a:ext cx="548640" cy="54864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36" name="Text 34"/>
          <p:cNvSpPr/>
          <p:nvPr/>
        </p:nvSpPr>
        <p:spPr>
          <a:xfrm>
            <a:off x="4892040" y="3657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577840" y="3474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&amp; CI/CD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955280" y="34747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577840" y="3886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9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structure, Actions, sprint board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64008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ProfAI – UYG338 Software Project Management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772400" y="4754880"/>
            <a:ext cx="9144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7/8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appreciate your questions.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1371600" cy="36576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29184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Erdem Acar  ·  Enes Albas  ·  Ali Emir Erten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github.com/ProfAI-Team/ProfAI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Jira: devmeet-app.atlassian.net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ProfAI - UYG338 Presentation</dc:title>
  <dc:subject>PptxGenJS Presentation</dc:subject>
  <dc:creator>ProfAI Team</dc:creator>
  <cp:lastModifiedBy>ProfAI Team</cp:lastModifiedBy>
  <cp:revision>1</cp:revision>
  <dcterms:created xsi:type="dcterms:W3CDTF">2026-03-26T19:13:19Z</dcterms:created>
  <dcterms:modified xsi:type="dcterms:W3CDTF">2026-03-26T19:13:19Z</dcterms:modified>
</cp:coreProperties>
</file>